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46" r:id="rId3"/>
    <p:sldId id="34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 snapToGrid="0">
      <p:cViewPr>
        <p:scale>
          <a:sx n="77" d="100"/>
          <a:sy n="77" d="100"/>
        </p:scale>
        <p:origin x="-438" y="-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pPr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97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65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77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633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564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75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48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76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9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47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10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137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390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51147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687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222209" y="5053653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4000" b="1" dirty="0" smtClean="0">
                <a:solidFill>
                  <a:srgbClr val="FF0000"/>
                </a:solidFill>
              </a:rPr>
              <a:t>Major </a:t>
            </a:r>
            <a:r>
              <a:rPr lang="en-US" altLang="en-US" sz="4000" b="1" dirty="0">
                <a:solidFill>
                  <a:srgbClr val="FF0000"/>
                </a:solidFill>
              </a:rPr>
              <a:t>Project Presentation</a:t>
            </a:r>
            <a:endParaRPr lang="en-US" sz="40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IN" altLang="en-US" sz="1800" b="1" dirty="0">
                <a:solidFill>
                  <a:schemeClr val="tx1"/>
                </a:solidFill>
              </a:rPr>
              <a:t>On</a:t>
            </a:r>
            <a:r>
              <a:rPr lang="en-IN" altLang="en-US" sz="1400" b="1" dirty="0">
                <a:solidFill>
                  <a:schemeClr val="tx1"/>
                </a:solidFill>
              </a:rPr>
              <a:t> </a:t>
            </a: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b="1" dirty="0">
                <a:solidFill>
                  <a:schemeClr val="tx1"/>
                </a:solidFill>
              </a:rPr>
              <a:t>“&lt;Name of Minor Project&gt;”</a:t>
            </a: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54305" y="3308447"/>
            <a:ext cx="3192624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3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413" indent="-2270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613" indent="-2270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5813" indent="-2270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Presented By:-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Mahesh Kumar Joshi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24BCON123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905565" y="3651803"/>
            <a:ext cx="306422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Guide:-</a:t>
            </a:r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Dr./Mr./ Ms. XYZ</a:t>
            </a:r>
            <a:br>
              <a:rPr lang="en-US" sz="19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024" y="3134786"/>
            <a:ext cx="3716594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1816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109216" y="356617"/>
            <a:ext cx="82296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FontTx/>
              <a:buNone/>
            </a:pPr>
            <a:endParaRPr lang="en-US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798945" y="1627909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600" indent="-53340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buClr>
                <a:schemeClr val="bg1"/>
              </a:buClr>
              <a:buNone/>
            </a:pPr>
            <a:endParaRPr lang="en-US" alt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520441" y="283464"/>
            <a:ext cx="49011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558" y="1244384"/>
            <a:ext cx="117623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 &amp; Problem Statement (Background, motivation, and the core problem being addressed</a:t>
            </a:r>
            <a:r>
              <a:rPr lang="en-US" dirty="0"/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Review (if any) or System Design (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Block diagrams, flowcharts,</a:t>
            </a:r>
            <a:r>
              <a:rPr lang="en-IN" dirty="0"/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SRS, UML Diagrams, DFD, ER Diagrams etc. 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Methodology (Approach, architecture, algorithms or processes used</a:t>
            </a:r>
            <a:r>
              <a:rPr lang="en-US" dirty="0"/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Tools and Technology Used (Hardware components, software, programming languages, frameworks, libraries)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Roles and Responsibilities of each Member</a:t>
            </a:r>
          </a:p>
          <a:p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Implementation (Step-by-step development, modules built, code snippets etc.)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Results (Screenshots, graphs, test data, observations, and performance metrics etc.</a:t>
            </a:r>
            <a:r>
              <a:rPr lang="en-US" dirty="0"/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&amp; Future Scope (Summary of achievements, limitations, and possible future enhancements)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 (Books, research papers, websites cited in IEEE or APA format)</a:t>
            </a:r>
          </a:p>
        </p:txBody>
      </p:sp>
    </p:spTree>
    <p:extLst>
      <p:ext uri="{BB962C8B-B14F-4D97-AF65-F5344CB8AC3E}">
        <p14:creationId xmlns:p14="http://schemas.microsoft.com/office/powerpoint/2010/main" val="340167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4E31CFB-BDF8-9A1D-94EC-C36E1A42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E15E2DD5-4DAD-F6BF-CA32-97D021E6C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Minimum Slide should be 20 to 25 (Title Slide to Thank You).</a:t>
            </a:r>
          </a:p>
          <a:p>
            <a:r>
              <a:rPr lang="en-IN" dirty="0"/>
              <a:t>Font Family should be Times New Roman</a:t>
            </a:r>
          </a:p>
          <a:p>
            <a:r>
              <a:rPr lang="en-IN" b="1" dirty="0"/>
              <a:t>( ) shown in above slide </a:t>
            </a:r>
            <a:r>
              <a:rPr lang="en-IN" dirty="0"/>
              <a:t>Considered as What Content should be written </a:t>
            </a:r>
          </a:p>
          <a:p>
            <a:r>
              <a:rPr lang="en-US" b="1" dirty="0"/>
              <a:t>10–15 minutes</a:t>
            </a:r>
            <a:r>
              <a:rPr lang="en-US" dirty="0"/>
              <a:t> of presentation time, leaving 5 minutes for evaluator questions.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6073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7290</TotalTime>
  <Words>219</Words>
  <Application>Microsoft Office PowerPoint</Application>
  <PresentationFormat>Custom</PresentationFormat>
  <Paragraphs>42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Jitender</cp:lastModifiedBy>
  <cp:revision>76</cp:revision>
  <dcterms:created xsi:type="dcterms:W3CDTF">2020-03-02T04:57:11Z</dcterms:created>
  <dcterms:modified xsi:type="dcterms:W3CDTF">2026-10-06T04:30:02Z</dcterms:modified>
</cp:coreProperties>
</file>